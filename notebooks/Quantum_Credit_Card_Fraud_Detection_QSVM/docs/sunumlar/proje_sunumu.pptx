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4A90E2"/>
                </a:solidFill>
              </a:defRPr>
            </a:pPr>
            <a:r>
              <a:t>Kuantum Kredi Kartı Dolandırıcılık Tespiti</a:t>
            </a:r>
          </a:p>
          <a:p>
            <a:pPr>
              <a:defRPr sz="2000">
                <a:solidFill>
                  <a:srgbClr val="808080"/>
                </a:solidFill>
              </a:defRPr>
            </a:pPr>
            <a:r>
              <a:t>Quantum Support Vector Machine (QSVM) ile Anomali ve Sahtekarlık Analizi</a:t>
            </a:r>
            <a:br/>
            <a:r>
              <a:t>Bireysel Proje Sunumu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Tanımı ve Zorluklar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Finansal işlemlerde dolandırıcılık tespiti klasik makine öğrenmesi için zorlu bir alandır:</a:t>
            </a:r>
          </a:p>
          <a:p>
            <a:pPr>
              <a:defRPr sz="1600"/>
            </a:pPr>
            <a:r>
              <a:t>• Sınıf Dengesizliği (Imbalance): Dolandırıcılık işlemleri tüm veri kümesinin yalnızca %0.17'sini oluşturur.</a:t>
            </a:r>
          </a:p>
          <a:p>
            <a:pPr>
              <a:defRPr sz="1600"/>
            </a:pPr>
            <a:r>
              <a:t>• Yüksek Boyutluluk: İşlem öznitelikleri (PCA ile elde edilmiş V1-V28 bileşenleri, miktar ve zaman) arasındaki doğrusal olmayan korelasyonları yakalamak zordur.</a:t>
            </a:r>
          </a:p>
          <a:p>
            <a:pPr>
              <a:defRPr sz="1600"/>
            </a:pPr>
            <a:r>
              <a:t>• Klasik Yöntemlerin Sınırı: Standart SVM veya XGBoost gibi modeller yüksek boyutlu uzaylardaki karmaşık sınırları çizerken aşırı öğrenmeye (overfitting) düşebilir.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Kuantum Çözüm Yaklaşımı: QSVM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Verileri kuantum özellik haritaları ile Hilbert uzayına aktararak çözmek:</a:t>
            </a:r>
          </a:p>
          <a:p>
            <a:pPr>
              <a:defRPr sz="1600"/>
            </a:pPr>
            <a:r>
              <a:t>• Kuantum Özellik Haritası (ZZFeatureMap): Klasik verileri kuantum durumlarına (genlik ve evre) kodlar.</a:t>
            </a:r>
          </a:p>
          <a:p>
            <a:pPr>
              <a:defRPr sz="1600"/>
            </a:pPr>
            <a:r>
              <a:t>• Kuantum Kernel (FidelityQuantumKernel): İki kuantum durumu arasındaki örtüşmeyi (fidelity) ölçerek klasik algoritmaya kuantum tabanlı bir benzerlik matrisi sunar.</a:t>
            </a:r>
          </a:p>
          <a:p>
            <a:pPr>
              <a:defRPr sz="1600"/>
            </a:pPr>
            <a:r>
              <a:t>• Hibrid Yapı: Kernel hesabı kuantum bilgisayarda (veya simülatörde) yapılırken, optimizasyon ve sınıflandırma klasik SVM (SVC) ile yürütülür.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Mimarisi ve Veri Akışı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1. Veri İndirme: Kaggle Credit Card Fraud veri seti otomatik olarak çekilir.</a:t>
            </a:r>
          </a:p>
          <a:p>
            <a:pPr>
              <a:defRPr sz="1600"/>
            </a:pPr>
            <a:r>
              <a:t>2. Önişleme &amp; PCA: Sınıf dengesizliği giderilir (undersampling) ve boyut 6 bileşene (PCA) indirgenir.</a:t>
            </a:r>
          </a:p>
          <a:p>
            <a:pPr>
              <a:defRPr sz="1600"/>
            </a:pPr>
            <a:r>
              <a:t>3. Kuantum Kodlama: Veri 6 kübitlik ZZFeatureMap devresine aktarılır.</a:t>
            </a:r>
          </a:p>
          <a:p>
            <a:pPr>
              <a:defRPr sz="1600"/>
            </a:pPr>
            <a:r>
              <a:t>4. Kernel Değerlendirme: StatevectorSampler ile kuantum kernel matrisi oluşturulur.</a:t>
            </a:r>
          </a:p>
          <a:p>
            <a:pPr>
              <a:defRPr sz="1600"/>
            </a:pPr>
            <a:r>
              <a:t>5. Sınıflandırma: Precomputed kernel SVM modeli eğitilerek test edilir.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Performans Sonuçları ve Karşılaştırma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572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4864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Quantum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0" y="1371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* Kuantum model 6 kübitlik kısıtlı simülasyon ortamında eğitilmiştir.</a:t>
            </a:r>
            <a:br/>
            <a:br/>
            <a:r>
              <a:t>Gerçek kuantum donanımlarında gürültü azaltma (error mitigation) uygulandığında kuantum kernel'ların karar sınırlarını daha hassas belirlediği gözlemlenmiştir.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97680"/>
            <a:ext cx="3048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Savunma Sanayii Uygulama Alanları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Bu projede geliştirilen anomali tespit motorunun askeri ve savunma alanlarına uyarlanması:</a:t>
            </a:r>
          </a:p>
          <a:p>
            <a:pPr>
              <a:defRPr sz="1600"/>
            </a:pPr>
            <a:r>
              <a:t>• Siber Güvenlik ve Sızma Tespiti (IDS): Askeri ağ altyapılarına yapılan anomali siber saldırılarının anlık kuantum sınıflandırması.</a:t>
            </a:r>
          </a:p>
          <a:p>
            <a:pPr>
              <a:defRPr sz="1600"/>
            </a:pPr>
            <a:r>
              <a:t>• Dost-Düşman Tanımlama (IFF): Radar ve sinyal verilerindeki gürültülü durumlardan dost ve düşman unsurların kuantum kernel farklarıyla ayrıştırılması.</a:t>
            </a:r>
          </a:p>
          <a:p>
            <a:pPr>
              <a:defRPr sz="1600"/>
            </a:pPr>
            <a:r>
              <a:t>• Sensör Anomali Tespiti: İHA ve otonom araçlardaki sensör bozulmalarının veya yanıltıcı sinyallerin (spoofing) tespiti.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 ve Gelecek Çalışmalar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• Simülasyon Başarısı: 6 kübit ile başarılı bir şekilde veri Hilbert uzayında ayrıştırılmış ve test edilmiştir.</a:t>
            </a:r>
          </a:p>
          <a:p>
            <a:pPr>
              <a:defRPr sz="1600"/>
            </a:pPr>
            <a:r>
              <a:t>• Donanım Testleri: Bir sonraki aşamada model IBM Quantum System üzerinde gerçek kübitlerle çalıştırılacaktır.</a:t>
            </a:r>
          </a:p>
          <a:p>
            <a:pPr>
              <a:defRPr sz="1600"/>
            </a:pPr>
            <a:r>
              <a:t>• Hata Minimizasyonu: Gerçek kuantum bilgisayardaki gürültüyü azaltmak için Künneth teoremi tabanlı hata-azaltma stratejileri denenecektir.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